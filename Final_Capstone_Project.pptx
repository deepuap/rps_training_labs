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7" r:id="rId3"/>
    <p:sldId id="258" r:id="rId4"/>
    <p:sldId id="261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1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25SUB5332_DWS_Batch_7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8649954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12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March &amp;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March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LOGADEEPAK PADMANABAN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11196508" cy="295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- </a:t>
            </a:r>
            <a:r>
              <a:rPr lang="en-US" sz="2400" dirty="0">
                <a:solidFill>
                  <a:schemeClr val="bg1"/>
                </a:solidFill>
              </a:rPr>
              <a:t>Dependency Chain Deployment for Multi‑App Stack using SCCM</a:t>
            </a:r>
            <a:r>
              <a:rPr lang="en-US" sz="2400" dirty="0">
                <a:solidFill>
                  <a:schemeClr val="bg1"/>
                </a:solidFill>
                <a:latin typeface="HK Grotesk" pitchFamily="2" charset="77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sz="40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3818"/>
            <a:ext cx="10924309" cy="51370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Objective:</a:t>
            </a:r>
          </a:p>
          <a:p>
            <a:r>
              <a:rPr sz="2000" dirty="0"/>
              <a:t>Demonstrate Dependency‑Chain Deployment using Microsoft Configuration Manager (SCCM)</a:t>
            </a:r>
            <a:r>
              <a:rPr lang="en-IN" sz="2000" dirty="0"/>
              <a:t>.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Problem Statement:</a:t>
            </a:r>
          </a:p>
          <a:p>
            <a:r>
              <a:rPr sz="2000" dirty="0"/>
              <a:t>Many enterprise applications require runtime components such as .NET Runtime or Visual C++ Redistributable before installation.</a:t>
            </a:r>
          </a:p>
          <a:p>
            <a:r>
              <a:rPr sz="2000" dirty="0"/>
              <a:t>If these prerequisites are missing, application installation may fail.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Solution:</a:t>
            </a:r>
          </a:p>
          <a:p>
            <a:r>
              <a:rPr sz="2000" dirty="0"/>
              <a:t>Use SCCM dependency groups to automatically install required runtime components before deploying the main application.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7CD4BD5-947A-10F5-59A6-C37502D730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sz="4000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0311"/>
            <a:ext cx="3596148" cy="67107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Step 1: Created dependency applications</a:t>
            </a:r>
          </a:p>
          <a:p>
            <a:r>
              <a:rPr sz="2000" dirty="0"/>
              <a:t>.NET Runtime (x64)</a:t>
            </a:r>
          </a:p>
          <a:p>
            <a:r>
              <a:rPr sz="2000" dirty="0"/>
              <a:t>VC++ Runtime (x64)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Step 2: Created main application</a:t>
            </a:r>
          </a:p>
          <a:p>
            <a:r>
              <a:rPr sz="2000" dirty="0"/>
              <a:t>7‑Zip (MSI package)</a:t>
            </a:r>
            <a:endParaRPr lang="en-IN" sz="2000" dirty="0"/>
          </a:p>
          <a:p>
            <a:endParaRPr lang="en-IN" sz="2000" dirty="0"/>
          </a:p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D524A-995F-3DA9-B3C6-D2BF1EEF8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4" y="1253331"/>
            <a:ext cx="7000135" cy="4351337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CB8003E-83FA-766A-00DC-5B08B29CDA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00885-A2D3-6866-06D6-B184831D6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5" y="0"/>
            <a:ext cx="10515600" cy="435133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Step 3: Configured Dependency Group</a:t>
            </a:r>
          </a:p>
          <a:p>
            <a:r>
              <a:rPr lang="en-US" sz="2000" dirty="0"/>
              <a:t>Added .NET Runtime and VC++ Runtime as prerequisites for 7‑Zip</a:t>
            </a:r>
          </a:p>
          <a:p>
            <a:endParaRPr lang="en-IN" sz="2000" dirty="0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5B485F6-C79E-CBFC-AA5B-74637933EB6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73D3A-CAA7-1420-8AF5-71AB05C30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844" y="1514167"/>
            <a:ext cx="5731723" cy="492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8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B7B3-70AC-E413-4642-FF1899BC1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8" y="0"/>
            <a:ext cx="1051560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Step 4: Deployment Testing</a:t>
            </a:r>
          </a:p>
          <a:p>
            <a:r>
              <a:rPr lang="en-US" sz="2000" dirty="0"/>
              <a:t>Simulated deployment to validate dependency logic</a:t>
            </a:r>
          </a:p>
          <a:p>
            <a:r>
              <a:rPr lang="en-US" sz="2000" dirty="0"/>
              <a:t>Created Available deployment for user installation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165D3-89A3-1ED2-4DB9-20CBFD5E9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71" y="1772294"/>
            <a:ext cx="8994058" cy="4750849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90D0CED-48AE-834A-2D96-AEE463CAC2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9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sz="4000" dirty="0"/>
              <a:t>Deployment Flow (Dependency Chain)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Autofit/>
          </a:bodyPr>
          <a:lstStyle/>
          <a:p>
            <a:r>
              <a:rPr sz="2000" dirty="0"/>
              <a:t>Client Machine Request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↓</a:t>
            </a:r>
          </a:p>
          <a:p>
            <a:r>
              <a:rPr sz="2000" dirty="0"/>
              <a:t>Check .NET Runtime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↓</a:t>
            </a:r>
          </a:p>
          <a:p>
            <a:r>
              <a:rPr sz="2000" dirty="0"/>
              <a:t>Check VC++ Runtime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↓</a:t>
            </a:r>
          </a:p>
          <a:p>
            <a:r>
              <a:rPr sz="2000" dirty="0"/>
              <a:t>Install Missing Dependencies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↓</a:t>
            </a:r>
          </a:p>
          <a:p>
            <a:r>
              <a:rPr sz="2000" dirty="0"/>
              <a:t>Install Main Application (7‑Zip)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Result:</a:t>
            </a:r>
          </a:p>
          <a:p>
            <a:pPr marL="0" indent="0">
              <a:buNone/>
            </a:pPr>
            <a:r>
              <a:rPr sz="2000" dirty="0"/>
              <a:t>SCCM ensures all prerequisites are satisfied before installing the main application.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7F22B-E876-05C2-9B1A-7DC0096EE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161" y="1181099"/>
            <a:ext cx="6074639" cy="429177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97F7F10-4034-E05C-2A01-8B702E7BCAF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sz="40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This project demonstrates how SCCM manages application dependencies using the Application Model.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Key Learnings:</a:t>
            </a:r>
          </a:p>
          <a:p>
            <a:r>
              <a:rPr sz="2000" dirty="0"/>
              <a:t>Understanding SCCM Application and Deployment Types</a:t>
            </a:r>
          </a:p>
          <a:p>
            <a:r>
              <a:rPr sz="2000" dirty="0"/>
              <a:t>Configuring dependency groups for prerequisite software</a:t>
            </a:r>
          </a:p>
          <a:p>
            <a:r>
              <a:rPr sz="2000" dirty="0"/>
              <a:t>Using Simulate Deployment to validate deployment logic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Benefit:</a:t>
            </a:r>
          </a:p>
          <a:p>
            <a:pPr marL="0" indent="0">
              <a:buNone/>
            </a:pPr>
            <a:r>
              <a:rPr sz="2000" dirty="0"/>
              <a:t>Ensures reliable and automated software deployment in enterprise environments.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76DBE03-EAE0-330D-11AA-1728AE70E8A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6" y="631402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3010</TotalTime>
  <Words>281</Words>
  <Application>Microsoft Office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HK Grotesk</vt:lpstr>
      <vt:lpstr>HK Grotesk Light Bold</vt:lpstr>
      <vt:lpstr>Office Theme</vt:lpstr>
      <vt:lpstr>PowerPoint Presentation</vt:lpstr>
      <vt:lpstr>Project Overview</vt:lpstr>
      <vt:lpstr>Implementation Steps</vt:lpstr>
      <vt:lpstr>PowerPoint Presentation</vt:lpstr>
      <vt:lpstr>PowerPoint Presentation</vt:lpstr>
      <vt:lpstr>Deployment Flow (Dependency Chain)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</dc:creator>
  <cp:lastModifiedBy>LOGA DEEPAK A P</cp:lastModifiedBy>
  <cp:revision>28</cp:revision>
  <dcterms:created xsi:type="dcterms:W3CDTF">2024-05-04T13:11:57Z</dcterms:created>
  <dcterms:modified xsi:type="dcterms:W3CDTF">2026-03-12T07:11:17Z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